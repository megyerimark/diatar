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>
                <a:solidFill>
                  <a:srgbClr val="294536"/>
                </a:solidFill>
                <a:latin typeface="DejaVu Sans"/>
              </a:defRPr>
            </a:pPr>
            <a:r>
              <a:t>Az ötlettől az üzleti modellig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28162"/>
                </a:solidFill>
                <a:latin typeface="DejaVu Sans"/>
              </a:defRPr>
            </a:pPr>
            <a:r>
              <a:t>Hogyan lesz egy megfigyelésből értékes megoldás?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>
                <a:solidFill>
                  <a:srgbClr val="294536"/>
                </a:solidFill>
                <a:latin typeface="DejaVu Sans"/>
              </a:defRPr>
            </a:pPr>
            <a:r>
              <a:t>Először a probléma.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28162"/>
                </a:solidFill>
                <a:latin typeface="DejaVu Sans"/>
              </a:defRPr>
            </a:pPr>
            <a:r>
              <a:t>Kinek nehéz az órakezdés? Miért? Milyen gyakran?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3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500">
                <a:solidFill>
                  <a:srgbClr val="294536"/>
                </a:solidFill>
                <a:latin typeface="DejaVu Sans"/>
              </a:defRPr>
            </a:pPr>
            <a:r>
              <a:t>A jó ötletet kipróbáljuk.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728162"/>
                </a:solidFill>
                <a:latin typeface="DejaVu Sans"/>
              </a:defRPr>
            </a:pPr>
            <a:r>
              <a:t>Beszélgetés → első változat → valódi használat → visszajelzés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